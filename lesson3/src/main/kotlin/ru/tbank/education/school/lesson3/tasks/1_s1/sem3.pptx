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0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2"/>
  </p:notesMasterIdLst>
  <p:sldIdLst>
    <p:sldId id="835" r:id="rId2"/>
    <p:sldId id="837" r:id="rId3"/>
    <p:sldId id="838" r:id="rId4"/>
    <p:sldId id="839" r:id="rId5"/>
    <p:sldId id="840" r:id="rId6"/>
    <p:sldId id="836" r:id="rId7"/>
    <p:sldId id="841" r:id="rId8"/>
    <p:sldId id="842" r:id="rId9"/>
    <p:sldId id="843" r:id="rId10"/>
    <p:sldId id="844" r:id="rId11"/>
  </p:sldIdLst>
  <p:sldSz cx="19799300" cy="11160125"/>
  <p:notesSz cx="19799300" cy="11160125"/>
  <p:embeddedFontLst>
    <p:embeddedFont>
      <p:font typeface="Tinkoff Sans" panose="020B0604020202020204" charset="-52"/>
      <p:regular r:id="rId13"/>
      <p:bold r:id="rId14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38"/>
            <p14:sldId id="839"/>
            <p14:sldId id="840"/>
            <p14:sldId id="836"/>
            <p14:sldId id="841"/>
            <p14:sldId id="842"/>
            <p14:sldId id="843"/>
            <p14:sldId id="844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18"/>
    <p:restoredTop sz="94709"/>
  </p:normalViewPr>
  <p:slideViewPr>
    <p:cSldViewPr snapToGrid="0" snapToObjects="1" showGuides="1">
      <p:cViewPr varScale="1">
        <p:scale>
          <a:sx n="47" d="100"/>
          <a:sy n="47" d="100"/>
        </p:scale>
        <p:origin x="701" y="72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3:4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32 318 24575,'15'0'0,"38"1"0,-1-3 0,97-15 0,-80 5 0,138-7 0,74 20 0,-107 2 0,280-3 0,-408-3 0,0-3 0,0-1 0,54-16 0,-85 19 0,-15 4 0,0 0 0,0 0 0,0 0 0,0 0 0,0 0 0,0 0 0,0 0 0,0 0 0,0 0 0,0 0 0,0 0 0,0 0 0,0 0 0,0 0 0,-1-1 0,1 1 0,0 0 0,0 0 0,0 0 0,0 0 0,0 0 0,0 0 0,0 0 0,0 0 0,0 0 0,0 0 0,0 0 0,0 0 0,1-1 0,-1 1 0,0 0 0,0 0 0,0 0 0,0 0 0,0 0 0,0 0 0,0 0 0,0 0 0,-17-2 0,-27 0 0,-32 2 0,-146 4 0,183 0 0,1 1 0,0 1 0,-66 22 0,54-14 0,0-3 0,-1-1 0,0-3 0,-1-1 0,-101-4 0,113-1 0,1 3 0,-58 12 0,-44 4 0,109-18 0,-2 1 0,-1-2 0,1-1 0,-40-5 0,73 5 0,0 0 0,1 0 0,-1 0 0,0-1 0,1 1 0,-1 0 0,0 0 0,0 0 0,1-1 0,-1 1 0,0 0 0,1-1 0,-1 1 0,1-1 0,-1 1 0,0-1 0,1 1 0,-1-1 0,0 0 0,5-9 0,24-8 0,12 2 0,1 3 0,1 1 0,0 1 0,47-4 0,-69 12 0,102-15 0,161-1 0,127 20 0,-208 2 0,183-2 0,-586 1 0,-219-5 0,201-18 0,-20-1 0,-180 20 0,354 3 0,1062-1 0,-985 0 0,36-2 0,-46 2 0,1 0 0,-1 0 0,1-1 0,-1 0 0,1 1 0,-1-1 0,1 0 0,-1 0 0,0 0 0,1 0 0,-1-1 0,0 1 0,0-1 0,3-2 0,-5 4 0,0 0 0,1-1 0,-1 1 0,0 0 0,0 0 0,0-1 0,0 1 0,0 0 0,0-1 0,1 1 0,-1 0 0,0 0 0,0-1 0,0 1 0,0 0 0,0-1 0,0 1 0,0 0 0,0-1 0,0 1 0,0 0 0,0 0 0,-1-1 0,1 1 0,0 0 0,0-1 0,0 1 0,0 0 0,0 0 0,-1-1 0,1 1 0,0 0 0,0 0 0,0-1 0,-1 1 0,1 0 0,0 0 0,0 0 0,-1 0 0,1-1 0,0 1 0,0 0 0,-1 0 0,1 0 0,0 0 0,-1 0 0,-17-6 0,-343-59 0,-47 20 0,179 25 0,-84 6 0,193 12 0,874 5 66,-386-5-1497,-327 2-5395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3:50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 24575,'1710'0'0,"-1411"-22"0,-43 0 0,483 19 0,-379 5 0,-310-2 0,666 18 0,-17 11 0,-592-25 0,0 5 0,182 40 0,-163-23 0,2-5 0,249 8 0,-356-29 0,431 15 0,-215 14 0,219 15 0,224-43 0,-336-3 0,51-21 0,-158 5 0,-21-5 0,-1 0 0,204 19 0,-361 5 0,-1809-3 0,861 4 0,-53-2 0,867-3 0,-81-15 0,-21-1 0,-547 11 0,429 11 0,-3540-3 0,3786-2 0,0-2 0,1-2 0,-1-2 0,1-3 0,-52-17 0,-16-2 0,116 29 0,4-1 0,16 1 0,25-1 0,1811 7 0,-1054-7 0,-476 26 0,-27 0 0,10-25 0,76 2 0,-180 20 0,-42-2 0,10 4 0,-107-11 0,74 2 0,-21-12 0,88 6 0,-158-4 0,0 3 0,60 15 0,-41-6 0,1-3 0,131 7 0,140-18 0,-191-5 0,2131 1 0,-1375 3 0,-1169 21 0,35 0 0,-433-19 0,340-5 0,221-3 0,-1-5 0,-110-26 0,-18-1 0,148 24 0,-160-44 0,178 39 0,0 3 0,-116-12 0,-136 16 0,24-10 0,55 0 0,-242 21 0,-60-2 0,279-19 0,-34-1 0,-606 18 0,462 7 0,-827-3 0,940-23 0,61 2 0,-278 18 64,282 5-1493,224-2-5397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4:05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24575,'140'-1'0,"32"0"0,180 21 0,120 11 0,0-32 0,-184-2 0,543 3 0,-766 3 0,97 17 0,38 3 0,-20-20 0,-72-4 0,140 19 0,101 10 0,-1-28 0,-149-2 0,-180 2-455,0 1 0,32 6 0,-12 3-6371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4:08.0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 24575,'26'-1'0,"-1"-1"0,37-9 0,16-2 0,318-9 0,8 24 0,-135 0 0,-180-1 0,-22 1 0,0-3 0,131-18 0,93-29 0,-220 36 0,133-6 0,74 19 0,-130 1 0,1530-2 0,-1625 4 0,0 1 0,0 3 0,72 21 0,-64-14 0,121 14 0,329-24 0,-275-8 0,-186 3 0,0 3 0,74 12 0,-53-4 0,74 1 0,-43-5 0,-89-5-170,0 0-1,0 1 0,0 0 1,0 1-1,-1 0 0,1 1 1,11 6-1,6 6-6655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4:10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48 24575,'2909'0'0,"-2850"-3"0,93-16 0,25-3 0,317 19 0,-253 5 0,630-2 0,-831 2 0,-1 2 0,55 12 0,-49-7 0,61 4 0,419-9 0,-268-7 0,1152 3 0,-1369 2 0,0 2 0,58 13 0,-56-8 0,79 5 0,-93-13-98,-3-1-324,0 1-1,30 6 1,-16 2-6404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24:13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24575,'24'0'0,"0"-1"0,0-1 0,0 0 0,38-11 0,-23 4 0,0 1 0,0 2 0,48-1 0,122 7 0,-95 2 0,1790-1 0,-1858 1 0,1 2 0,45 11 0,36 4 0,27 4 0,21 0 0,78 9 0,-154-17 0,13 6 0,-70-12 0,77 8 0,-75-15 0,151 15 0,-47-1-207,269-6 0,-316-10-744,-53 0-5875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8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8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8.9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08:43:19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7867-8048-869E-4CD0-6D16306577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ACEDC899-4854-9227-E588-DBD9A9C2C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4F8A010-0C7D-A75A-783C-E21AD2BE6F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022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6D6C8-9C4E-06D5-24DD-2049FCA260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4F2FAB25-158E-D1EB-F1CA-B19103F48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FDB5A87-603B-4EBB-C7E6-C1734F9543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4311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5D21-5CA6-007F-7D57-6FDF66BAB7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0B6614C-C9A2-A0A2-94FA-519390BE2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ABA8BFD-8AF7-3471-3C6A-31BB03A308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31914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E134-0B7E-4B28-7CE5-081D3F9629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73FDBF6-CA2D-DBDE-3B4F-5D30A586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2571E5A1-C30F-4AEF-F7B1-AAEA4A4648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3904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A7203-1B9B-13C0-4C80-DE1A50F21A4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801877FE-F3FA-5B85-E327-8F7BD5B38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1E2B10A-BC3B-5EED-E824-CC5D1E7991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472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customXml" Target="../ink/ink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9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customXml" Target="../ink/ink1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1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customXml" Target="../ink/ink1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986168" y="529075"/>
            <a:ext cx="7406718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единой ответственности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6032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Single Responsibility –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должна быть только одна причина для изменения класса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4479768" y="4336019"/>
            <a:ext cx="18774448" cy="44966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Это игрок в команде по футболу</a:t>
            </a:r>
            <a:r>
              <a:rPr lang="en-US" dirty="0"/>
              <a:t>.</a:t>
            </a:r>
          </a:p>
          <a:p>
            <a:r>
              <a:rPr lang="ru-RU" dirty="0"/>
              <a:t>Он является </a:t>
            </a:r>
            <a:r>
              <a:rPr lang="ru-RU" b="1" dirty="0"/>
              <a:t>одновременно</a:t>
            </a:r>
            <a:r>
              <a:rPr lang="ru-RU" dirty="0"/>
              <a:t>:</a:t>
            </a:r>
          </a:p>
          <a:p>
            <a:r>
              <a:rPr lang="ru-RU" dirty="0"/>
              <a:t>вратарем</a:t>
            </a:r>
            <a:br>
              <a:rPr lang="ru-RU" dirty="0"/>
            </a:br>
            <a:r>
              <a:rPr lang="ru-RU" dirty="0"/>
              <a:t>нападающим</a:t>
            </a:r>
            <a:br>
              <a:rPr lang="ru-RU" dirty="0"/>
            </a:br>
            <a:r>
              <a:rPr lang="ru-RU" dirty="0"/>
              <a:t>тренером</a:t>
            </a:r>
          </a:p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D1394BB8-D501-3120-8594-E87FEF083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7E32C84-2F66-44CF-04A9-A10B1A786B5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3EB9BC1-083A-FF19-3879-900B3D2D251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6A85FF0-3BFB-A9A3-71DA-5ECAE8BDEE1F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91ED309-0C63-702A-B3AA-5ECBE7BC9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CE605-7E47-A176-DB08-3E70E2D9080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C6074432-BBAE-D51F-D25B-A017DA36A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DF505-6720-4618-4F5E-0C99B5EB9A75}"/>
              </a:ext>
            </a:extLst>
          </p:cNvPr>
          <p:cNvSpPr txBox="1"/>
          <p:nvPr/>
        </p:nvSpPr>
        <p:spPr bwMode="auto">
          <a:xfrm>
            <a:off x="4599837" y="4319334"/>
            <a:ext cx="18774448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Что произойдёт если</a:t>
            </a:r>
            <a:r>
              <a:rPr lang="ru-RU" dirty="0"/>
              <a:t>?</a:t>
            </a:r>
          </a:p>
          <a:p>
            <a:r>
              <a:rPr lang="ru-RU" dirty="0"/>
              <a:t>Если он заболел — команды нет.</a:t>
            </a:r>
            <a:br>
              <a:rPr lang="ru-RU" dirty="0"/>
            </a:br>
            <a:r>
              <a:rPr lang="ru-RU" dirty="0"/>
              <a:t>Если нужно учить новую тактику — он перегружен,</a:t>
            </a:r>
            <a:r>
              <a:rPr lang="en-US" dirty="0"/>
              <a:t> </a:t>
            </a:r>
            <a:r>
              <a:rPr lang="ru-RU" dirty="0"/>
              <a:t>так как выполняет несколько ролей.</a:t>
            </a:r>
          </a:p>
          <a:p>
            <a:r>
              <a:rPr lang="ru-RU" dirty="0"/>
              <a:t>Команда становится слабой, потому что нет распределения ролей.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350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BBF093-A026-7376-64AD-4FDE5774E5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C894036B-6679-43F0-6603-25487FDB778F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488CF914-A344-031A-98C1-78BFF7E79EB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EB90B83-C0AA-21B4-837C-F69CB1D0E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44258-064A-B292-B1DA-9B6451DF3EA3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074" name="Picture 2" descr="Цветная иллюстрация футболиста с мячом Футболист в красном бегает и пинает  мяч Спортивная игра Изолированный на белом фоне Векторная графика | Премиум  вектор">
            <a:extLst>
              <a:ext uri="{FF2B5EF4-FFF2-40B4-BE49-F238E27FC236}">
                <a16:creationId xmlns:a16="http://schemas.microsoft.com/office/drawing/2014/main" id="{9539615E-4935-7354-6523-FBA2A816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" y="501333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CA66E-CD13-7B7B-0AB9-0E6B26C80CCB}"/>
              </a:ext>
            </a:extLst>
          </p:cNvPr>
          <p:cNvSpPr txBox="1"/>
          <p:nvPr/>
        </p:nvSpPr>
        <p:spPr bwMode="auto">
          <a:xfrm>
            <a:off x="4599837" y="4319334"/>
            <a:ext cx="14572083" cy="38564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Как </a:t>
            </a:r>
            <a:r>
              <a:rPr lang="ru-RU" b="1" dirty="0" err="1"/>
              <a:t>фиксить</a:t>
            </a:r>
            <a:r>
              <a:rPr lang="ru-RU" b="1" dirty="0"/>
              <a:t>?</a:t>
            </a:r>
            <a:endParaRPr lang="ru-RU" dirty="0"/>
          </a:p>
          <a:p>
            <a:r>
              <a:rPr lang="ru-RU" dirty="0"/>
              <a:t>Дать ему только 1 роль</a:t>
            </a:r>
            <a:r>
              <a:rPr lang="en-US" dirty="0"/>
              <a:t> – </a:t>
            </a:r>
            <a:r>
              <a:rPr lang="ru-RU" dirty="0"/>
              <a:t>1 причину для изменения</a:t>
            </a:r>
            <a:r>
              <a:rPr lang="en-US" dirty="0"/>
              <a:t>.</a:t>
            </a:r>
          </a:p>
          <a:p>
            <a:r>
              <a:rPr lang="ru-RU" dirty="0"/>
              <a:t>Если сделать его атакующим</a:t>
            </a:r>
            <a:r>
              <a:rPr lang="en-US" dirty="0"/>
              <a:t>, </a:t>
            </a:r>
            <a:r>
              <a:rPr lang="ru-RU" dirty="0"/>
              <a:t>то единственная причина для изменения – это его поведение при атаке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380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9ADE9E-EAC9-C375-00B0-AE9ABCC9B8F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E52636E-9E20-02A0-9309-AA24EC3BB1C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10CA9CAF-F629-863F-A541-FDC167703CF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A7D2AEDE-5CBB-2FA8-77E5-132A01D1D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8F707-9EDC-8020-6FDD-F103AF49E41B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4031-EDAC-C81F-9E75-347480B3F0C3}"/>
              </a:ext>
            </a:extLst>
          </p:cNvPr>
          <p:cNvSpPr txBox="1"/>
          <p:nvPr/>
        </p:nvSpPr>
        <p:spPr bwMode="auto">
          <a:xfrm>
            <a:off x="9199694" y="2636996"/>
            <a:ext cx="10599606" cy="94395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Проблемы</a:t>
            </a:r>
            <a:endParaRPr lang="en-US" b="1" dirty="0"/>
          </a:p>
          <a:p>
            <a:r>
              <a:rPr lang="ru-RU" dirty="0"/>
              <a:t>При усложнении логики класс станет в несколько раз больше</a:t>
            </a:r>
            <a:br>
              <a:rPr lang="ru-RU" dirty="0"/>
            </a:br>
            <a:r>
              <a:rPr lang="ru-RU" dirty="0"/>
              <a:t>Станет тяжелее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Осознавать что происходит и что с чем взаимодействует. Так как нет единой зоны ответственности и мы делаем все сразу</a:t>
            </a:r>
            <a:r>
              <a:rPr lang="en-US" dirty="0"/>
              <a:t> -</a:t>
            </a:r>
            <a:r>
              <a:rPr lang="ru-RU" dirty="0"/>
              <a:t> придется вчитываться в каждый метод</a:t>
            </a:r>
            <a:r>
              <a:rPr lang="en-US" dirty="0"/>
              <a:t> </a:t>
            </a:r>
            <a:endParaRPr lang="ru-RU" dirty="0"/>
          </a:p>
          <a:p>
            <a:pPr marL="514350" indent="-514350">
              <a:buFontTx/>
              <a:buAutoNum type="arabicPeriod"/>
            </a:pPr>
            <a:r>
              <a:rPr lang="ru-RU" dirty="0"/>
              <a:t>Если сломается что-то одно</a:t>
            </a:r>
            <a:r>
              <a:rPr lang="en-US" dirty="0"/>
              <a:t>, </a:t>
            </a:r>
            <a:r>
              <a:rPr lang="ru-RU" dirty="0"/>
              <a:t>то скорее всего и что-то другое</a:t>
            </a:r>
            <a:br>
              <a:rPr lang="ru-RU" dirty="0"/>
            </a:br>
            <a:r>
              <a:rPr lang="ru-RU" dirty="0"/>
              <a:t>Например </a:t>
            </a:r>
            <a:r>
              <a:rPr lang="en-US" dirty="0" err="1"/>
              <a:t>SaveToFile</a:t>
            </a:r>
            <a:r>
              <a:rPr lang="en-US" dirty="0"/>
              <a:t> </a:t>
            </a:r>
            <a:r>
              <a:rPr lang="ru-RU" dirty="0"/>
              <a:t>будет вызвать </a:t>
            </a:r>
            <a:r>
              <a:rPr lang="en-US" dirty="0" err="1"/>
              <a:t>GenerateText</a:t>
            </a:r>
            <a:r>
              <a:rPr lang="ru-RU" dirty="0"/>
              <a:t> и при изменении </a:t>
            </a:r>
            <a:r>
              <a:rPr lang="en-US" dirty="0" err="1"/>
              <a:t>GenerateText</a:t>
            </a:r>
            <a:r>
              <a:rPr lang="en-US" dirty="0"/>
              <a:t> </a:t>
            </a:r>
            <a:r>
              <a:rPr lang="ru-RU" dirty="0"/>
              <a:t>мы сломаем и этот метод и </a:t>
            </a:r>
            <a:r>
              <a:rPr lang="en-US" dirty="0" err="1"/>
              <a:t>SaveToFile</a:t>
            </a:r>
            <a:r>
              <a:rPr lang="ru-RU" dirty="0"/>
              <a:t> </a:t>
            </a:r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65A5D9A-2156-334C-4AF3-EA356090B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0796" y="5211707"/>
            <a:ext cx="7772400" cy="141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3652F0-463E-05E9-7716-3AD638643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93431" y="1738713"/>
            <a:ext cx="13847079" cy="900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-2983812" y="-866216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975473" y="629318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72C137-EB53-AFC3-4088-B91EB9B4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93431" y="1738713"/>
            <a:ext cx="13847079" cy="90070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DCE1CFB5-E84A-4475-BBF0-160272ECE7C4}"/>
                  </a:ext>
                </a:extLst>
              </p14:cNvPr>
              <p14:cNvContentPartPr/>
              <p14:nvPr/>
            </p14:nvContentPartPr>
            <p14:xfrm>
              <a:off x="5589309" y="2024846"/>
              <a:ext cx="691920" cy="13284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DCE1CFB5-E84A-4475-BBF0-160272ECE7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3189" y="2018726"/>
                <a:ext cx="7041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06454B17-6926-0108-6C94-AA8EF3156DD6}"/>
                  </a:ext>
                </a:extLst>
              </p14:cNvPr>
              <p14:cNvContentPartPr/>
              <p14:nvPr/>
            </p14:nvContentPartPr>
            <p14:xfrm>
              <a:off x="9617709" y="6971606"/>
              <a:ext cx="3489840" cy="13212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06454B17-6926-0108-6C94-AA8EF3156D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11589" y="6965486"/>
                <a:ext cx="35020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1A5782BD-EC82-DDB0-FC52-D0190B508A7E}"/>
                  </a:ext>
                </a:extLst>
              </p14:cNvPr>
              <p14:cNvContentPartPr/>
              <p14:nvPr/>
            </p14:nvContentPartPr>
            <p14:xfrm>
              <a:off x="6139389" y="3068486"/>
              <a:ext cx="1697400" cy="5688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1A5782BD-EC82-DDB0-FC52-D0190B508A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33269" y="3062366"/>
                <a:ext cx="17096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63FC3FC4-C4FF-FC87-67D1-B758ED1BA423}"/>
                  </a:ext>
                </a:extLst>
              </p14:cNvPr>
              <p14:cNvContentPartPr/>
              <p14:nvPr/>
            </p14:nvContentPartPr>
            <p14:xfrm>
              <a:off x="6024909" y="4455926"/>
              <a:ext cx="2272320" cy="7020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63FC3FC4-C4FF-FC87-67D1-B758ED1BA42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18789" y="4449806"/>
                <a:ext cx="2284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D0AC48B6-AA40-BC90-C03A-8EEB4FDCEDB8}"/>
                  </a:ext>
                </a:extLst>
              </p14:cNvPr>
              <p14:cNvContentPartPr/>
              <p14:nvPr/>
            </p14:nvContentPartPr>
            <p14:xfrm>
              <a:off x="6106989" y="7036766"/>
              <a:ext cx="2855520" cy="4032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D0AC48B6-AA40-BC90-C03A-8EEB4FDCED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00869" y="7030646"/>
                <a:ext cx="2867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7D18E94B-BF90-F56A-1629-C6DBFA264BDF}"/>
                  </a:ext>
                </a:extLst>
              </p14:cNvPr>
              <p14:cNvContentPartPr/>
              <p14:nvPr/>
            </p14:nvContentPartPr>
            <p14:xfrm>
              <a:off x="6155589" y="9469646"/>
              <a:ext cx="1736280" cy="8244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7D18E94B-BF90-F56A-1629-C6DBFA264B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49469" y="9463526"/>
                <a:ext cx="174852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317747" y="-4592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E9222D2B-3864-ACDC-609B-1B5C479CDD0E}"/>
                  </a:ext>
                </a:extLst>
              </p14:cNvPr>
              <p14:cNvContentPartPr/>
              <p14:nvPr/>
            </p14:nvContentPartPr>
            <p14:xfrm>
              <a:off x="7411143" y="5807368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E9222D2B-3864-ACDC-609B-1B5C479CDD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5023" y="58012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22ECE08C-48AA-F95F-E285-36B224060E96}"/>
                  </a:ext>
                </a:extLst>
              </p14:cNvPr>
              <p14:cNvContentPartPr/>
              <p14:nvPr/>
            </p14:nvContentPartPr>
            <p14:xfrm>
              <a:off x="5342223" y="7940728"/>
              <a:ext cx="360" cy="3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22ECE08C-48AA-F95F-E285-36B224060E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6103" y="79346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77D4EA-5912-AB9B-79EE-B6DFE9D7E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597" y="202641"/>
            <a:ext cx="13259075" cy="78982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06AA39-3EBC-DCAE-857B-63991962E0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597" y="8100903"/>
            <a:ext cx="13259075" cy="841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0D3BB62-B83C-D2F5-486E-32A88B7B48A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BD78F922-2A0C-99B1-8985-FA904641D9AF}"/>
              </a:ext>
            </a:extLst>
          </p:cNvPr>
          <p:cNvSpPr txBox="1"/>
          <p:nvPr/>
        </p:nvSpPr>
        <p:spPr bwMode="auto">
          <a:xfrm>
            <a:off x="317747" y="-4592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D449836-55A5-F7FB-F2C7-D906CD1BC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C2ED6-02BC-D576-26A7-A018270B11BD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F8E01DAE-531A-25F3-B08E-D6B62D2D255C}"/>
                  </a:ext>
                </a:extLst>
              </p14:cNvPr>
              <p14:cNvContentPartPr/>
              <p14:nvPr/>
            </p14:nvContentPartPr>
            <p14:xfrm>
              <a:off x="7411143" y="5807368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F8E01DAE-531A-25F3-B08E-D6B62D2D25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5023" y="58012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95913C58-5627-4F90-3431-AA184210F621}"/>
                  </a:ext>
                </a:extLst>
              </p14:cNvPr>
              <p14:cNvContentPartPr/>
              <p14:nvPr/>
            </p14:nvContentPartPr>
            <p14:xfrm>
              <a:off x="5342223" y="7940728"/>
              <a:ext cx="360" cy="3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95913C58-5627-4F90-3431-AA184210F6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6103" y="79346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00F7532-71A6-9D41-D5A3-C794BA1E8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597" y="-9537726"/>
            <a:ext cx="13259075" cy="78982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C9E921-AA25-6DAC-4C87-0C54220D3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597" y="-1639464"/>
            <a:ext cx="13259075" cy="84174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888285-AEA9-8528-8C7C-6115940A5C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597" y="6777959"/>
            <a:ext cx="13257995" cy="88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48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ED6001-EA54-5913-C35A-1B789E6F131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F44679E-77ED-2869-AD00-1B12EDC6BB5B}"/>
              </a:ext>
            </a:extLst>
          </p:cNvPr>
          <p:cNvSpPr txBox="1"/>
          <p:nvPr/>
        </p:nvSpPr>
        <p:spPr bwMode="auto">
          <a:xfrm>
            <a:off x="317747" y="-4592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DA510490-C54A-77FE-4C5E-939416544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10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8612F-62E2-E9CC-2E9B-D2C9D8D8E413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CC3A6CCD-CFC6-7C14-63DD-A962E587F700}"/>
                  </a:ext>
                </a:extLst>
              </p14:cNvPr>
              <p14:cNvContentPartPr/>
              <p14:nvPr/>
            </p14:nvContentPartPr>
            <p14:xfrm>
              <a:off x="7411143" y="5807368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CC3A6CCD-CFC6-7C14-63DD-A962E587F7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5023" y="580124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3A0FB84-853D-9254-B810-09774F3AE823}"/>
                  </a:ext>
                </a:extLst>
              </p14:cNvPr>
              <p14:cNvContentPartPr/>
              <p14:nvPr/>
            </p14:nvContentPartPr>
            <p14:xfrm>
              <a:off x="5342223" y="7940728"/>
              <a:ext cx="360" cy="36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3A0FB84-853D-9254-B810-09774F3AE8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6103" y="793460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F9C378-E499-2669-BC65-9D3F54509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7597" y="-9537726"/>
            <a:ext cx="13259075" cy="78982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98F2F4-A6F2-5A8D-9AE0-DE906FF3C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597" y="-8120474"/>
            <a:ext cx="13259075" cy="84174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A5418B-8A27-DAF2-F1F0-A2DC1DE120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597" y="296949"/>
            <a:ext cx="13257995" cy="887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7971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</TotalTime>
  <Words>485</Words>
  <Application>Microsoft Office PowerPoint</Application>
  <DocSecurity>0</DocSecurity>
  <PresentationFormat>Произвольный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Tinkoff Sans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Анатолий Кунижев</cp:lastModifiedBy>
  <cp:revision>691</cp:revision>
  <dcterms:modified xsi:type="dcterms:W3CDTF">2025-11-20T08:47:44Z</dcterms:modified>
  <cp:category/>
  <dc:identifier/>
  <cp:contentStatus/>
  <dc:language/>
  <cp:version/>
</cp:coreProperties>
</file>